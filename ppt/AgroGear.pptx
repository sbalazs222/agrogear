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0855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615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3408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4280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0605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64617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146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79135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59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3880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9693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96623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2614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77127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2559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4191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9BC74-798B-4EE4-9125-B5E518C38657}" type="datetimeFigureOut">
              <a:rPr lang="hu-HU" smtClean="0"/>
              <a:t>2026. 03. 04.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3C8561F-8BFA-48B4-A89C-5CA2FB5B6BBB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33738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25B8DD-E158-4666-91B2-2379DC767F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AgroGear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4263E5D9-A00F-4D75-8832-AC55913CC8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Sánta Balázs, Balpataki Bence</a:t>
            </a:r>
          </a:p>
        </p:txBody>
      </p:sp>
    </p:spTree>
    <p:extLst>
      <p:ext uri="{BB962C8B-B14F-4D97-AF65-F5344CB8AC3E}">
        <p14:creationId xmlns:p14="http://schemas.microsoft.com/office/powerpoint/2010/main" val="4238787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78712E7-F81B-481F-B5CA-34E219028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Keszitette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69A3F41-00CC-4428-8594-55C040AC1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Balázs -&gt; backend </a:t>
            </a:r>
            <a:r>
              <a:rPr lang="hu-HU" dirty="0" err="1"/>
              <a:t>adatbazis</a:t>
            </a:r>
            <a:r>
              <a:rPr lang="hu-HU" dirty="0"/>
              <a:t> (</a:t>
            </a:r>
            <a:r>
              <a:rPr lang="hu-HU" dirty="0" err="1"/>
              <a:t>node</a:t>
            </a:r>
            <a:r>
              <a:rPr lang="hu-HU" dirty="0"/>
              <a:t> </a:t>
            </a:r>
            <a:r>
              <a:rPr lang="hu-HU" dirty="0" err="1"/>
              <a:t>js</a:t>
            </a:r>
            <a:r>
              <a:rPr lang="hu-HU" dirty="0"/>
              <a:t>, </a:t>
            </a:r>
            <a:r>
              <a:rPr lang="hu-HU" dirty="0" err="1"/>
              <a:t>mysql</a:t>
            </a:r>
            <a:r>
              <a:rPr lang="hu-HU" dirty="0"/>
              <a:t>)</a:t>
            </a:r>
          </a:p>
          <a:p>
            <a:r>
              <a:rPr lang="hu-HU" dirty="0"/>
              <a:t>Bence -&gt; frontend (</a:t>
            </a:r>
            <a:r>
              <a:rPr lang="hu-HU" dirty="0" err="1"/>
              <a:t>react</a:t>
            </a:r>
            <a:r>
              <a:rPr lang="hu-HU" dirty="0"/>
              <a:t>, </a:t>
            </a:r>
            <a:r>
              <a:rPr lang="hu-HU" dirty="0" err="1"/>
              <a:t>bootstrap</a:t>
            </a:r>
            <a:r>
              <a:rPr lang="hu-HU" dirty="0"/>
              <a:t>, </a:t>
            </a:r>
            <a:r>
              <a:rPr lang="hu-HU" dirty="0" err="1"/>
              <a:t>css</a:t>
            </a:r>
            <a:r>
              <a:rPr lang="hu-HU" dirty="0"/>
              <a:t>)</a:t>
            </a:r>
          </a:p>
          <a:p>
            <a:endParaRPr lang="hu-HU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58177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6933EB-F9F4-4BAA-9992-96D66519C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5D513F57-A797-4476-B4CB-472CF25568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2681" y="1895911"/>
            <a:ext cx="9195661" cy="4281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894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C4AB3CD-D0D2-446E-A213-4D12FED2C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Miért jött létre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BE31A44-1318-41DB-8241-B7CFB16B7F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Segitsuk</a:t>
            </a:r>
            <a:r>
              <a:rPr lang="hu-HU" dirty="0"/>
              <a:t> a </a:t>
            </a:r>
            <a:r>
              <a:rPr lang="hu-HU" dirty="0" err="1"/>
              <a:t>kisgazdakat</a:t>
            </a:r>
            <a:r>
              <a:rPr lang="hu-HU" dirty="0"/>
              <a:t> a </a:t>
            </a:r>
            <a:r>
              <a:rPr lang="hu-HU" dirty="0" err="1"/>
              <a:t>foldmuveloket</a:t>
            </a: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83167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C1EE75-E424-4DCC-A56E-5295967D9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Funkciók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93EFE66-CEF7-4AE2-83E3-9712184A7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Regisztráció</a:t>
            </a:r>
          </a:p>
          <a:p>
            <a:r>
              <a:rPr lang="hu-HU" dirty="0"/>
              <a:t>Bejelentkezés</a:t>
            </a:r>
          </a:p>
          <a:p>
            <a:r>
              <a:rPr lang="hu-HU" dirty="0"/>
              <a:t>A főoldalon bejelentkezés után választható melyik termékcsoportot szeretnénk megnézni</a:t>
            </a:r>
          </a:p>
          <a:p>
            <a:r>
              <a:rPr lang="hu-HU" dirty="0"/>
              <a:t>Kosár</a:t>
            </a:r>
          </a:p>
          <a:p>
            <a:r>
              <a:rPr lang="hu-HU"/>
              <a:t>Profilsss</a:t>
            </a:r>
            <a:endParaRPr lang="hu-HU" dirty="0"/>
          </a:p>
          <a:p>
            <a:r>
              <a:rPr lang="hu-HU" dirty="0"/>
              <a:t>Rendeléseim oldal</a:t>
            </a:r>
          </a:p>
          <a:p>
            <a:r>
              <a:rPr lang="hu-HU" dirty="0" err="1"/>
              <a:t>Dark-mode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63260471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53</Words>
  <Application>Microsoft Office PowerPoint</Application>
  <PresentationFormat>Szélesvásznú</PresentationFormat>
  <Paragraphs>16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Dimenzió</vt:lpstr>
      <vt:lpstr>AgroGear</vt:lpstr>
      <vt:lpstr>Keszitette</vt:lpstr>
      <vt:lpstr>Adatbázis</vt:lpstr>
      <vt:lpstr>Miért jött létre</vt:lpstr>
      <vt:lpstr>Funkciók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AgroGear</dc:title>
  <dc:creator>Balpataki Bence</dc:creator>
  <cp:lastModifiedBy>Balpataki Bence</cp:lastModifiedBy>
  <cp:revision>6</cp:revision>
  <dcterms:created xsi:type="dcterms:W3CDTF">2026-03-04T07:10:05Z</dcterms:created>
  <dcterms:modified xsi:type="dcterms:W3CDTF">2026-03-04T07:25:52Z</dcterms:modified>
</cp:coreProperties>
</file>